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78" r:id="rId3"/>
    <p:sldId id="279" r:id="rId4"/>
    <p:sldId id="280" r:id="rId5"/>
    <p:sldId id="281" r:id="rId6"/>
    <p:sldId id="276" r:id="rId7"/>
    <p:sldId id="265" r:id="rId8"/>
    <p:sldId id="257" r:id="rId9"/>
    <p:sldId id="258" r:id="rId10"/>
    <p:sldId id="264" r:id="rId11"/>
    <p:sldId id="259" r:id="rId12"/>
    <p:sldId id="260" r:id="rId13"/>
    <p:sldId id="277" r:id="rId14"/>
    <p:sldId id="261" r:id="rId15"/>
    <p:sldId id="262" r:id="rId16"/>
    <p:sldId id="263" r:id="rId17"/>
    <p:sldId id="266" r:id="rId18"/>
    <p:sldId id="267" r:id="rId19"/>
    <p:sldId id="268" r:id="rId20"/>
    <p:sldId id="269" r:id="rId21"/>
    <p:sldId id="283"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7" d="100"/>
          <a:sy n="87" d="100"/>
        </p:scale>
        <p:origin x="96" y="1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670179B-456F-4BC1-B5D7-70919B5DFB56}" type="datetimeFigureOut">
              <a:rPr lang="en-US" smtClean="0"/>
              <a:t>4/11/2023</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E4E761B9-DE73-41A8-A2A8-974ACB9616FB}"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835349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70179B-456F-4BC1-B5D7-70919B5DFB56}" type="datetimeFigureOut">
              <a:rPr lang="en-US" smtClean="0"/>
              <a:t>4/11/2023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E761B9-DE73-41A8-A2A8-974ACB9616FB}"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669573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670179B-456F-4BC1-B5D7-70919B5DFB56}" type="datetimeFigureOut">
              <a:rPr lang="en-US" smtClean="0"/>
              <a:t>4/11/2023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E761B9-DE73-41A8-A2A8-974ACB9616FB}"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910803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670179B-456F-4BC1-B5D7-70919B5DFB56}" type="datetimeFigureOut">
              <a:rPr lang="en-US" smtClean="0"/>
              <a:t>4/11/2023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E761B9-DE73-41A8-A2A8-974ACB9616FB}"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755414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670179B-456F-4BC1-B5D7-70919B5DFB56}" type="datetimeFigureOut">
              <a:rPr lang="en-US" smtClean="0"/>
              <a:t>4/11/2023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4E761B9-DE73-41A8-A2A8-974ACB9616FB}"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481677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670179B-456F-4BC1-B5D7-70919B5DFB56}" type="datetimeFigureOut">
              <a:rPr lang="en-US" smtClean="0"/>
              <a:t>4/11/2023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4E761B9-DE73-41A8-A2A8-974ACB9616FB}"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91364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670179B-456F-4BC1-B5D7-70919B5DFB56}" type="datetimeFigureOut">
              <a:rPr lang="en-US" smtClean="0"/>
              <a:t>4/11/2023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4E761B9-DE73-41A8-A2A8-974ACB9616FB}" type="slidenum">
              <a:rPr lang="en-US" smtClean="0"/>
              <a:t>‹#›</a:t>
            </a:fld>
            <a:endParaRPr lang="en-US"/>
          </a:p>
        </p:txBody>
      </p:sp>
    </p:spTree>
    <p:extLst>
      <p:ext uri="{BB962C8B-B14F-4D97-AF65-F5344CB8AC3E}">
        <p14:creationId xmlns:p14="http://schemas.microsoft.com/office/powerpoint/2010/main" val="26809173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670179B-456F-4BC1-B5D7-70919B5DFB56}" type="datetimeFigureOut">
              <a:rPr lang="en-US" smtClean="0"/>
              <a:t>4/11/2023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E761B9-DE73-41A8-A2A8-974ACB9616FB}"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835740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F670179B-456F-4BC1-B5D7-70919B5DFB56}" type="datetimeFigureOut">
              <a:rPr lang="en-US" smtClean="0"/>
              <a:t>4/11/2023</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E4E761B9-DE73-41A8-A2A8-974ACB9616FB}"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459237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70179B-456F-4BC1-B5D7-70919B5DFB56}" type="datetimeFigureOut">
              <a:rPr lang="en-US" smtClean="0"/>
              <a:t>4/11/2023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E761B9-DE73-41A8-A2A8-974ACB9616FB}"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260522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70179B-456F-4BC1-B5D7-70919B5DFB56}" type="datetimeFigureOut">
              <a:rPr lang="en-US" smtClean="0"/>
              <a:t>4/11/2023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E761B9-DE73-41A8-A2A8-974ACB9616FB}"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122598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F670179B-456F-4BC1-B5D7-70919B5DFB56}" type="datetimeFigureOut">
              <a:rPr lang="en-US" smtClean="0"/>
              <a:t>4/11/2023</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E4E761B9-DE73-41A8-A2A8-974ACB9616FB}"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516416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s/_rels/slide19.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007A7-8DEB-9019-69E4-1F976AC2BDF5}"/>
              </a:ext>
            </a:extLst>
          </p:cNvPr>
          <p:cNvSpPr>
            <a:spLocks noGrp="1"/>
          </p:cNvSpPr>
          <p:nvPr>
            <p:ph type="ctrTitle"/>
          </p:nvPr>
        </p:nvSpPr>
        <p:spPr/>
        <p:txBody>
          <a:bodyPr/>
          <a:lstStyle/>
          <a:p>
            <a:r>
              <a:rPr lang="en-US" dirty="0"/>
              <a:t>ADOBE PHOTOSHOP CC 2018	</a:t>
            </a:r>
          </a:p>
        </p:txBody>
      </p:sp>
      <p:sp>
        <p:nvSpPr>
          <p:cNvPr id="3" name="Subtitle 2">
            <a:extLst>
              <a:ext uri="{FF2B5EF4-FFF2-40B4-BE49-F238E27FC236}">
                <a16:creationId xmlns:a16="http://schemas.microsoft.com/office/drawing/2014/main" id="{68915D7A-178D-F658-AD0F-53341935471F}"/>
              </a:ext>
            </a:extLst>
          </p:cNvPr>
          <p:cNvSpPr>
            <a:spLocks noGrp="1"/>
          </p:cNvSpPr>
          <p:nvPr>
            <p:ph type="subTitle" idx="1"/>
          </p:nvPr>
        </p:nvSpPr>
        <p:spPr>
          <a:xfrm>
            <a:off x="2417779" y="3514272"/>
            <a:ext cx="8637072" cy="977621"/>
          </a:xfrm>
        </p:spPr>
        <p:txBody>
          <a:bodyPr>
            <a:noAutofit/>
          </a:bodyPr>
          <a:lstStyle/>
          <a:p>
            <a:r>
              <a:rPr lang="en-US" sz="6600" dirty="0"/>
              <a:t>Essential skills</a:t>
            </a:r>
          </a:p>
        </p:txBody>
      </p:sp>
    </p:spTree>
    <p:extLst>
      <p:ext uri="{BB962C8B-B14F-4D97-AF65-F5344CB8AC3E}">
        <p14:creationId xmlns:p14="http://schemas.microsoft.com/office/powerpoint/2010/main" val="31207543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30884-1DBB-C4C8-9516-0BC3A68F1D17}"/>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B2AFAAC8-46DA-DD61-7D6B-1426B530D9C8}"/>
              </a:ext>
            </a:extLst>
          </p:cNvPr>
          <p:cNvPicPr>
            <a:picLocks noGrp="1" noChangeAspect="1"/>
          </p:cNvPicPr>
          <p:nvPr>
            <p:ph idx="1"/>
          </p:nvPr>
        </p:nvPicPr>
        <p:blipFill>
          <a:blip r:embed="rId2"/>
          <a:stretch>
            <a:fillRect/>
          </a:stretch>
        </p:blipFill>
        <p:spPr>
          <a:xfrm>
            <a:off x="1013255" y="804519"/>
            <a:ext cx="10565026" cy="4607740"/>
          </a:xfrm>
        </p:spPr>
      </p:pic>
    </p:spTree>
    <p:extLst>
      <p:ext uri="{BB962C8B-B14F-4D97-AF65-F5344CB8AC3E}">
        <p14:creationId xmlns:p14="http://schemas.microsoft.com/office/powerpoint/2010/main" val="2137043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B8750F-A336-1748-3EF9-AC8164EEE4B8}"/>
              </a:ext>
            </a:extLst>
          </p:cNvPr>
          <p:cNvSpPr>
            <a:spLocks noGrp="1"/>
          </p:cNvSpPr>
          <p:nvPr>
            <p:ph idx="1"/>
          </p:nvPr>
        </p:nvSpPr>
        <p:spPr/>
        <p:txBody>
          <a:bodyPr/>
          <a:lstStyle/>
          <a:p>
            <a:r>
              <a:rPr lang="en-US" b="0" i="0" dirty="0">
                <a:effectLst/>
                <a:latin typeface="arial" panose="020B0604020202020204" pitchFamily="34" charset="0"/>
              </a:rPr>
              <a:t>Adobe Photoshop is a raster graphics editor developed and published by Adobe Inc. for Windows and macOS. It was originally created in 1987 by Thomas and John Knoll. Since then, the software has become the most used tool for professional digital art, especially in raster graphics editing</a:t>
            </a:r>
            <a:endParaRPr lang="en-US" dirty="0"/>
          </a:p>
        </p:txBody>
      </p:sp>
    </p:spTree>
    <p:extLst>
      <p:ext uri="{BB962C8B-B14F-4D97-AF65-F5344CB8AC3E}">
        <p14:creationId xmlns:p14="http://schemas.microsoft.com/office/powerpoint/2010/main" val="21584831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2E2CC-4171-1C43-4943-A7171919BECF}"/>
              </a:ext>
            </a:extLst>
          </p:cNvPr>
          <p:cNvSpPr>
            <a:spLocks noGrp="1"/>
          </p:cNvSpPr>
          <p:nvPr>
            <p:ph type="title"/>
          </p:nvPr>
        </p:nvSpPr>
        <p:spPr/>
        <p:txBody>
          <a:bodyPr/>
          <a:lstStyle/>
          <a:p>
            <a:r>
              <a:rPr lang="en-US" dirty="0"/>
              <a:t>Who uses Photoshop the  most ?</a:t>
            </a:r>
          </a:p>
        </p:txBody>
      </p:sp>
      <p:sp>
        <p:nvSpPr>
          <p:cNvPr id="3" name="Content Placeholder 2">
            <a:extLst>
              <a:ext uri="{FF2B5EF4-FFF2-40B4-BE49-F238E27FC236}">
                <a16:creationId xmlns:a16="http://schemas.microsoft.com/office/drawing/2014/main" id="{94D2E445-97F9-6747-108F-F9D406319E80}"/>
              </a:ext>
            </a:extLst>
          </p:cNvPr>
          <p:cNvSpPr>
            <a:spLocks noGrp="1"/>
          </p:cNvSpPr>
          <p:nvPr>
            <p:ph idx="1"/>
          </p:nvPr>
        </p:nvSpPr>
        <p:spPr/>
        <p:txBody>
          <a:bodyPr>
            <a:normAutofit/>
          </a:bodyPr>
          <a:lstStyle/>
          <a:p>
            <a:r>
              <a:rPr lang="en-US"/>
              <a:t>Adobe </a:t>
            </a:r>
            <a:r>
              <a:rPr lang="en-US" dirty="0"/>
              <a:t>Photoshop is the most widely used image editing software used by millions of creators, artists, designers, web designers, photographers, VFX artists, advertisers and so on, as Photoshop offers them ways by providing powerful tools and means to excel in their professional career and growth that can help people</a:t>
            </a:r>
          </a:p>
          <a:p>
            <a:pPr marL="0" indent="0">
              <a:buNone/>
            </a:pPr>
            <a:endParaRPr lang="en-US" dirty="0"/>
          </a:p>
        </p:txBody>
      </p:sp>
    </p:spTree>
    <p:extLst>
      <p:ext uri="{BB962C8B-B14F-4D97-AF65-F5344CB8AC3E}">
        <p14:creationId xmlns:p14="http://schemas.microsoft.com/office/powerpoint/2010/main" val="29005484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B7AB2-E7F1-8414-837E-EDE8A1464257}"/>
              </a:ext>
            </a:extLst>
          </p:cNvPr>
          <p:cNvSpPr>
            <a:spLocks noGrp="1"/>
          </p:cNvSpPr>
          <p:nvPr>
            <p:ph type="title"/>
          </p:nvPr>
        </p:nvSpPr>
        <p:spPr/>
        <p:txBody>
          <a:bodyPr/>
          <a:lstStyle/>
          <a:p>
            <a:r>
              <a:rPr lang="en-US" dirty="0"/>
              <a:t>Photoshop use for ? </a:t>
            </a:r>
          </a:p>
        </p:txBody>
      </p:sp>
      <p:sp>
        <p:nvSpPr>
          <p:cNvPr id="3" name="Content Placeholder 2">
            <a:extLst>
              <a:ext uri="{FF2B5EF4-FFF2-40B4-BE49-F238E27FC236}">
                <a16:creationId xmlns:a16="http://schemas.microsoft.com/office/drawing/2014/main" id="{65DC9355-2019-BFEC-A836-E2079C8728E8}"/>
              </a:ext>
            </a:extLst>
          </p:cNvPr>
          <p:cNvSpPr>
            <a:spLocks noGrp="1"/>
          </p:cNvSpPr>
          <p:nvPr>
            <p:ph idx="1"/>
          </p:nvPr>
        </p:nvSpPr>
        <p:spPr/>
        <p:txBody>
          <a:bodyPr/>
          <a:lstStyle/>
          <a:p>
            <a:r>
              <a:rPr lang="en-US" b="0" i="0" dirty="0">
                <a:effectLst/>
                <a:latin typeface="arial" panose="020B0604020202020204" pitchFamily="34" charset="0"/>
              </a:rPr>
              <a:t>Photoshop is the industry-standard photo editing software, and the go-to application for everything from </a:t>
            </a:r>
            <a:r>
              <a:rPr lang="en-US" b="1" i="0" dirty="0">
                <a:effectLst/>
                <a:latin typeface="arial" panose="020B0604020202020204" pitchFamily="34" charset="0"/>
              </a:rPr>
              <a:t>small retouching changes to mind-bending photo art</a:t>
            </a:r>
            <a:r>
              <a:rPr lang="en-US" b="0" i="0" dirty="0">
                <a:effectLst/>
                <a:latin typeface="arial" panose="020B0604020202020204" pitchFamily="34" charset="0"/>
              </a:rPr>
              <a:t>. Photoshop is where editors crop photos, adjust photo composition, correct lighting, and make any subject imaginable look its absolute best.</a:t>
            </a:r>
            <a:endParaRPr lang="en-US" dirty="0"/>
          </a:p>
        </p:txBody>
      </p:sp>
    </p:spTree>
    <p:extLst>
      <p:ext uri="{BB962C8B-B14F-4D97-AF65-F5344CB8AC3E}">
        <p14:creationId xmlns:p14="http://schemas.microsoft.com/office/powerpoint/2010/main" val="15532507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06C2B-4A86-1A7D-1EA7-D401F77233B6}"/>
              </a:ext>
            </a:extLst>
          </p:cNvPr>
          <p:cNvSpPr>
            <a:spLocks noGrp="1"/>
          </p:cNvSpPr>
          <p:nvPr>
            <p:ph type="title"/>
          </p:nvPr>
        </p:nvSpPr>
        <p:spPr/>
        <p:txBody>
          <a:bodyPr/>
          <a:lstStyle/>
          <a:p>
            <a:r>
              <a:rPr lang="en-US" dirty="0"/>
              <a:t>Photoshop only accept file format below</a:t>
            </a:r>
          </a:p>
        </p:txBody>
      </p:sp>
      <p:pic>
        <p:nvPicPr>
          <p:cNvPr id="5" name="Content Placeholder 4">
            <a:extLst>
              <a:ext uri="{FF2B5EF4-FFF2-40B4-BE49-F238E27FC236}">
                <a16:creationId xmlns:a16="http://schemas.microsoft.com/office/drawing/2014/main" id="{461C5C80-57DB-746A-0044-124C38FF3527}"/>
              </a:ext>
            </a:extLst>
          </p:cNvPr>
          <p:cNvPicPr>
            <a:picLocks noGrp="1" noChangeAspect="1"/>
          </p:cNvPicPr>
          <p:nvPr>
            <p:ph idx="1"/>
          </p:nvPr>
        </p:nvPicPr>
        <p:blipFill>
          <a:blip r:embed="rId2"/>
          <a:stretch>
            <a:fillRect/>
          </a:stretch>
        </p:blipFill>
        <p:spPr>
          <a:xfrm>
            <a:off x="494270" y="2199501"/>
            <a:ext cx="10663881" cy="3274541"/>
          </a:xfrm>
        </p:spPr>
      </p:pic>
    </p:spTree>
    <p:extLst>
      <p:ext uri="{BB962C8B-B14F-4D97-AF65-F5344CB8AC3E}">
        <p14:creationId xmlns:p14="http://schemas.microsoft.com/office/powerpoint/2010/main" val="2205994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29B1A-668F-8CD0-B6EB-9375D86AAF0C}"/>
              </a:ext>
            </a:extLst>
          </p:cNvPr>
          <p:cNvSpPr>
            <a:spLocks noGrp="1"/>
          </p:cNvSpPr>
          <p:nvPr>
            <p:ph type="title"/>
          </p:nvPr>
        </p:nvSpPr>
        <p:spPr/>
        <p:txBody>
          <a:bodyPr/>
          <a:lstStyle/>
          <a:p>
            <a:r>
              <a:rPr lang="en-US" dirty="0"/>
              <a:t>Opening photoshop</a:t>
            </a:r>
          </a:p>
        </p:txBody>
      </p:sp>
      <p:sp>
        <p:nvSpPr>
          <p:cNvPr id="3" name="Content Placeholder 2">
            <a:extLst>
              <a:ext uri="{FF2B5EF4-FFF2-40B4-BE49-F238E27FC236}">
                <a16:creationId xmlns:a16="http://schemas.microsoft.com/office/drawing/2014/main" id="{1DE81FC5-974D-2FC6-B13C-DF14C4B9CBE5}"/>
              </a:ext>
            </a:extLst>
          </p:cNvPr>
          <p:cNvSpPr>
            <a:spLocks noGrp="1"/>
          </p:cNvSpPr>
          <p:nvPr>
            <p:ph idx="1"/>
          </p:nvPr>
        </p:nvSpPr>
        <p:spPr/>
        <p:txBody>
          <a:bodyPr/>
          <a:lstStyle/>
          <a:p>
            <a:r>
              <a:rPr lang="en-US" dirty="0"/>
              <a:t>Click the Windows </a:t>
            </a:r>
            <a:r>
              <a:rPr lang="en-US" b="1" dirty="0"/>
              <a:t>Start Button</a:t>
            </a:r>
          </a:p>
          <a:p>
            <a:r>
              <a:rPr lang="en-US" dirty="0"/>
              <a:t>Navigate to and click </a:t>
            </a:r>
            <a:r>
              <a:rPr lang="en-US" b="1" dirty="0"/>
              <a:t>Adobe Photoshop CC 2018</a:t>
            </a:r>
          </a:p>
        </p:txBody>
      </p:sp>
      <p:pic>
        <p:nvPicPr>
          <p:cNvPr id="6" name="Picture 5">
            <a:extLst>
              <a:ext uri="{FF2B5EF4-FFF2-40B4-BE49-F238E27FC236}">
                <a16:creationId xmlns:a16="http://schemas.microsoft.com/office/drawing/2014/main" id="{1EF0FB2C-CD70-DAEC-771B-B8348AEE41EF}"/>
              </a:ext>
            </a:extLst>
          </p:cNvPr>
          <p:cNvPicPr>
            <a:picLocks noChangeAspect="1"/>
          </p:cNvPicPr>
          <p:nvPr/>
        </p:nvPicPr>
        <p:blipFill>
          <a:blip r:embed="rId2"/>
          <a:stretch>
            <a:fillRect/>
          </a:stretch>
        </p:blipFill>
        <p:spPr>
          <a:xfrm>
            <a:off x="8032497" y="2366319"/>
            <a:ext cx="724001" cy="695422"/>
          </a:xfrm>
          <a:prstGeom prst="rect">
            <a:avLst/>
          </a:prstGeom>
        </p:spPr>
      </p:pic>
    </p:spTree>
    <p:extLst>
      <p:ext uri="{BB962C8B-B14F-4D97-AF65-F5344CB8AC3E}">
        <p14:creationId xmlns:p14="http://schemas.microsoft.com/office/powerpoint/2010/main" val="7647667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73F8A-E3DF-857B-13A1-0A6CD1CA4BAD}"/>
              </a:ext>
            </a:extLst>
          </p:cNvPr>
          <p:cNvSpPr>
            <a:spLocks noGrp="1"/>
          </p:cNvSpPr>
          <p:nvPr>
            <p:ph type="title"/>
          </p:nvPr>
        </p:nvSpPr>
        <p:spPr/>
        <p:txBody>
          <a:bodyPr/>
          <a:lstStyle/>
          <a:p>
            <a:endParaRPr lang="en-US" dirty="0"/>
          </a:p>
        </p:txBody>
      </p:sp>
      <p:pic>
        <p:nvPicPr>
          <p:cNvPr id="5" name="Content Placeholder 4">
            <a:extLst>
              <a:ext uri="{FF2B5EF4-FFF2-40B4-BE49-F238E27FC236}">
                <a16:creationId xmlns:a16="http://schemas.microsoft.com/office/drawing/2014/main" id="{9D513DD6-5D0D-267F-B10A-21895E62D16D}"/>
              </a:ext>
            </a:extLst>
          </p:cNvPr>
          <p:cNvPicPr>
            <a:picLocks noGrp="1" noChangeAspect="1"/>
          </p:cNvPicPr>
          <p:nvPr>
            <p:ph idx="1"/>
          </p:nvPr>
        </p:nvPicPr>
        <p:blipFill>
          <a:blip r:embed="rId2"/>
          <a:stretch>
            <a:fillRect/>
          </a:stretch>
        </p:blipFill>
        <p:spPr>
          <a:xfrm>
            <a:off x="0" y="0"/>
            <a:ext cx="12192000" cy="6203092"/>
          </a:xfrm>
        </p:spPr>
      </p:pic>
    </p:spTree>
    <p:extLst>
      <p:ext uri="{BB962C8B-B14F-4D97-AF65-F5344CB8AC3E}">
        <p14:creationId xmlns:p14="http://schemas.microsoft.com/office/powerpoint/2010/main" val="39389146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8E9DF-B78A-7666-9DAD-96FB2586C402}"/>
              </a:ext>
            </a:extLst>
          </p:cNvPr>
          <p:cNvSpPr>
            <a:spLocks noGrp="1"/>
          </p:cNvSpPr>
          <p:nvPr>
            <p:ph type="title"/>
          </p:nvPr>
        </p:nvSpPr>
        <p:spPr/>
        <p:txBody>
          <a:bodyPr/>
          <a:lstStyle/>
          <a:p>
            <a:endParaRPr lang="en-US"/>
          </a:p>
        </p:txBody>
      </p:sp>
      <p:sp>
        <p:nvSpPr>
          <p:cNvPr id="7" name="Content Placeholder 6">
            <a:extLst>
              <a:ext uri="{FF2B5EF4-FFF2-40B4-BE49-F238E27FC236}">
                <a16:creationId xmlns:a16="http://schemas.microsoft.com/office/drawing/2014/main" id="{5AFDFAB0-CF0E-E98F-7710-5F960C6BBEF6}"/>
              </a:ext>
            </a:extLst>
          </p:cNvPr>
          <p:cNvSpPr>
            <a:spLocks noGrp="1"/>
          </p:cNvSpPr>
          <p:nvPr>
            <p:ph idx="1"/>
          </p:nvPr>
        </p:nvSpPr>
        <p:spPr/>
        <p:txBody>
          <a:bodyPr/>
          <a:lstStyle/>
          <a:p>
            <a:endParaRPr lang="en-US"/>
          </a:p>
        </p:txBody>
      </p:sp>
      <p:pic>
        <p:nvPicPr>
          <p:cNvPr id="9" name="Picture 8">
            <a:extLst>
              <a:ext uri="{FF2B5EF4-FFF2-40B4-BE49-F238E27FC236}">
                <a16:creationId xmlns:a16="http://schemas.microsoft.com/office/drawing/2014/main" id="{5A204888-C08E-071C-370D-6C039293E664}"/>
              </a:ext>
            </a:extLst>
          </p:cNvPr>
          <p:cNvPicPr>
            <a:picLocks noChangeAspect="1"/>
          </p:cNvPicPr>
          <p:nvPr/>
        </p:nvPicPr>
        <p:blipFill>
          <a:blip r:embed="rId2"/>
          <a:stretch>
            <a:fillRect/>
          </a:stretch>
        </p:blipFill>
        <p:spPr>
          <a:xfrm>
            <a:off x="0" y="0"/>
            <a:ext cx="12192000" cy="6212541"/>
          </a:xfrm>
          <a:prstGeom prst="rect">
            <a:avLst/>
          </a:prstGeom>
        </p:spPr>
      </p:pic>
    </p:spTree>
    <p:extLst>
      <p:ext uri="{BB962C8B-B14F-4D97-AF65-F5344CB8AC3E}">
        <p14:creationId xmlns:p14="http://schemas.microsoft.com/office/powerpoint/2010/main" val="31304392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4D84B-7140-29DA-B863-E6E82E7182AB}"/>
              </a:ext>
            </a:extLst>
          </p:cNvPr>
          <p:cNvSpPr>
            <a:spLocks noGrp="1"/>
          </p:cNvSpPr>
          <p:nvPr>
            <p:ph type="title"/>
          </p:nvPr>
        </p:nvSpPr>
        <p:spPr/>
        <p:txBody>
          <a:bodyPr/>
          <a:lstStyle/>
          <a:p>
            <a:r>
              <a:rPr lang="en-US" dirty="0"/>
              <a:t>PHOTOSHOP LANDING PAGE</a:t>
            </a:r>
          </a:p>
        </p:txBody>
      </p:sp>
      <p:sp>
        <p:nvSpPr>
          <p:cNvPr id="3" name="Content Placeholder 2">
            <a:extLst>
              <a:ext uri="{FF2B5EF4-FFF2-40B4-BE49-F238E27FC236}">
                <a16:creationId xmlns:a16="http://schemas.microsoft.com/office/drawing/2014/main" id="{36909203-32CB-0E3F-D940-478632D1B9A8}"/>
              </a:ext>
            </a:extLst>
          </p:cNvPr>
          <p:cNvSpPr>
            <a:spLocks noGrp="1"/>
          </p:cNvSpPr>
          <p:nvPr>
            <p:ph idx="1"/>
          </p:nvPr>
        </p:nvSpPr>
        <p:spPr/>
        <p:txBody>
          <a:bodyPr>
            <a:normAutofit/>
          </a:bodyPr>
          <a:lstStyle/>
          <a:p>
            <a:r>
              <a:rPr lang="en-US" sz="2400" dirty="0">
                <a:latin typeface="Arial" panose="020B0604020202020204" pitchFamily="34" charset="0"/>
                <a:cs typeface="Arial" panose="020B0604020202020204" pitchFamily="34" charset="0"/>
              </a:rPr>
              <a:t>Upon opening Photoshop, you will be taken to the landing page. Here, you can view a list of recently opened files, create a new file, or open a file. The layout of the landing page is follows:</a:t>
            </a:r>
          </a:p>
        </p:txBody>
      </p:sp>
    </p:spTree>
    <p:extLst>
      <p:ext uri="{BB962C8B-B14F-4D97-AF65-F5344CB8AC3E}">
        <p14:creationId xmlns:p14="http://schemas.microsoft.com/office/powerpoint/2010/main" val="519518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1C12A-5BAB-9C3A-15D7-E19D710CB4A0}"/>
              </a:ext>
            </a:extLst>
          </p:cNvPr>
          <p:cNvSpPr>
            <a:spLocks noGrp="1"/>
          </p:cNvSpPr>
          <p:nvPr>
            <p:ph type="title"/>
          </p:nvPr>
        </p:nvSpPr>
        <p:spPr/>
        <p:txBody>
          <a:bodyPr/>
          <a:lstStyle/>
          <a:p>
            <a:endParaRPr lang="en-US"/>
          </a:p>
        </p:txBody>
      </p:sp>
      <p:pic>
        <p:nvPicPr>
          <p:cNvPr id="9" name="Content Placeholder 8">
            <a:extLst>
              <a:ext uri="{FF2B5EF4-FFF2-40B4-BE49-F238E27FC236}">
                <a16:creationId xmlns:a16="http://schemas.microsoft.com/office/drawing/2014/main" id="{637C191E-F6D6-57B0-77D5-2C930288ADFA}"/>
              </a:ext>
            </a:extLst>
          </p:cNvPr>
          <p:cNvPicPr>
            <a:picLocks noGrp="1" noChangeAspect="1"/>
          </p:cNvPicPr>
          <p:nvPr>
            <p:ph idx="1"/>
          </p:nvPr>
        </p:nvPicPr>
        <p:blipFill>
          <a:blip r:embed="rId2"/>
          <a:stretch>
            <a:fillRect/>
          </a:stretch>
        </p:blipFill>
        <p:spPr>
          <a:xfrm>
            <a:off x="0" y="-10319"/>
            <a:ext cx="12192000" cy="6878638"/>
          </a:xfrm>
        </p:spPr>
      </p:pic>
    </p:spTree>
    <p:extLst>
      <p:ext uri="{BB962C8B-B14F-4D97-AF65-F5344CB8AC3E}">
        <p14:creationId xmlns:p14="http://schemas.microsoft.com/office/powerpoint/2010/main" val="27857862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488B9-38C2-71FC-9D39-1E63EB2BB87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0FFC611-3C9D-03B5-2371-FB049337B79E}"/>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BE573C39-B9B8-DD42-A205-A1DFD696C1B3}"/>
              </a:ext>
            </a:extLst>
          </p:cNvPr>
          <p:cNvPicPr>
            <a:picLocks noChangeAspect="1"/>
          </p:cNvPicPr>
          <p:nvPr/>
        </p:nvPicPr>
        <p:blipFill>
          <a:blip r:embed="rId2"/>
          <a:stretch>
            <a:fillRect/>
          </a:stretch>
        </p:blipFill>
        <p:spPr>
          <a:xfrm>
            <a:off x="1143334" y="510988"/>
            <a:ext cx="10219764" cy="5204012"/>
          </a:xfrm>
          <a:prstGeom prst="rect">
            <a:avLst/>
          </a:prstGeom>
        </p:spPr>
      </p:pic>
    </p:spTree>
    <p:extLst>
      <p:ext uri="{BB962C8B-B14F-4D97-AF65-F5344CB8AC3E}">
        <p14:creationId xmlns:p14="http://schemas.microsoft.com/office/powerpoint/2010/main" val="35491282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8A9B5-F0B3-BB4E-C4C6-1063D96748E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2D9FA06-3249-80BA-3790-C2DE3195BE5C}"/>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3F6F0D7B-5A05-06A6-F1A3-EA434DE27958}"/>
              </a:ext>
            </a:extLst>
          </p:cNvPr>
          <p:cNvPicPr>
            <a:picLocks noChangeAspect="1"/>
          </p:cNvPicPr>
          <p:nvPr/>
        </p:nvPicPr>
        <p:blipFill>
          <a:blip r:embed="rId2"/>
          <a:stretch>
            <a:fillRect/>
          </a:stretch>
        </p:blipFill>
        <p:spPr>
          <a:xfrm>
            <a:off x="-271849" y="395416"/>
            <a:ext cx="12192000" cy="6268325"/>
          </a:xfrm>
          <a:prstGeom prst="rect">
            <a:avLst/>
          </a:prstGeom>
        </p:spPr>
      </p:pic>
    </p:spTree>
    <p:extLst>
      <p:ext uri="{BB962C8B-B14F-4D97-AF65-F5344CB8AC3E}">
        <p14:creationId xmlns:p14="http://schemas.microsoft.com/office/powerpoint/2010/main" val="41471303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583E1-6F7B-162C-C976-6F06B472BC1A}"/>
              </a:ext>
            </a:extLst>
          </p:cNvPr>
          <p:cNvSpPr>
            <a:spLocks noGrp="1"/>
          </p:cNvSpPr>
          <p:nvPr>
            <p:ph type="title"/>
          </p:nvPr>
        </p:nvSpPr>
        <p:spPr/>
        <p:txBody>
          <a:bodyPr/>
          <a:lstStyle/>
          <a:p>
            <a:r>
              <a:rPr lang="en-US" dirty="0"/>
              <a:t>TOOLS AND WORKSPACE</a:t>
            </a:r>
          </a:p>
        </p:txBody>
      </p:sp>
      <p:sp>
        <p:nvSpPr>
          <p:cNvPr id="3" name="Content Placeholder 2">
            <a:extLst>
              <a:ext uri="{FF2B5EF4-FFF2-40B4-BE49-F238E27FC236}">
                <a16:creationId xmlns:a16="http://schemas.microsoft.com/office/drawing/2014/main" id="{19EF7C9C-2CCB-C11E-60A7-16772681E051}"/>
              </a:ext>
            </a:extLst>
          </p:cNvPr>
          <p:cNvSpPr>
            <a:spLocks noGrp="1"/>
          </p:cNvSpPr>
          <p:nvPr>
            <p:ph idx="1"/>
          </p:nvPr>
        </p:nvSpPr>
        <p:spPr/>
        <p:txBody>
          <a:bodyPr/>
          <a:lstStyle/>
          <a:p>
            <a:r>
              <a:rPr lang="en-US" dirty="0"/>
              <a:t>When you open a file in Photoshop, your workspace will be laid out in the default configuration, the Essentials workspace</a:t>
            </a:r>
          </a:p>
        </p:txBody>
      </p:sp>
    </p:spTree>
    <p:extLst>
      <p:ext uri="{BB962C8B-B14F-4D97-AF65-F5344CB8AC3E}">
        <p14:creationId xmlns:p14="http://schemas.microsoft.com/office/powerpoint/2010/main" val="8915839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9CE39-5CCA-9CD4-C7BA-8386354EFCA8}"/>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A7E2E435-CC65-33F7-656E-3F540208C36D}"/>
              </a:ext>
            </a:extLst>
          </p:cNvPr>
          <p:cNvPicPr>
            <a:picLocks noGrp="1" noChangeAspect="1"/>
          </p:cNvPicPr>
          <p:nvPr>
            <p:ph idx="1"/>
          </p:nvPr>
        </p:nvPicPr>
        <p:blipFill>
          <a:blip r:embed="rId2"/>
          <a:stretch>
            <a:fillRect/>
          </a:stretch>
        </p:blipFill>
        <p:spPr>
          <a:xfrm>
            <a:off x="0" y="-197708"/>
            <a:ext cx="12192000" cy="7243968"/>
          </a:xfrm>
        </p:spPr>
      </p:pic>
    </p:spTree>
    <p:extLst>
      <p:ext uri="{BB962C8B-B14F-4D97-AF65-F5344CB8AC3E}">
        <p14:creationId xmlns:p14="http://schemas.microsoft.com/office/powerpoint/2010/main" val="35643186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034778-E8E6-BA98-C6C6-080A746094E0}"/>
              </a:ext>
            </a:extLst>
          </p:cNvPr>
          <p:cNvSpPr>
            <a:spLocks noGrp="1"/>
          </p:cNvSpPr>
          <p:nvPr>
            <p:ph idx="1"/>
          </p:nvPr>
        </p:nvSpPr>
        <p:spPr/>
        <p:txBody>
          <a:bodyPr/>
          <a:lstStyle/>
          <a:p>
            <a:pPr marL="0" indent="0">
              <a:buNone/>
            </a:pPr>
            <a:endParaRPr lang="en-US" dirty="0"/>
          </a:p>
          <a:p>
            <a:pPr marL="457200" indent="-457200">
              <a:buAutoNum type="arabicPeriod"/>
            </a:pPr>
            <a:endParaRPr lang="en-US" dirty="0"/>
          </a:p>
        </p:txBody>
      </p:sp>
      <p:pic>
        <p:nvPicPr>
          <p:cNvPr id="5" name="Picture 4">
            <a:extLst>
              <a:ext uri="{FF2B5EF4-FFF2-40B4-BE49-F238E27FC236}">
                <a16:creationId xmlns:a16="http://schemas.microsoft.com/office/drawing/2014/main" id="{44BE0504-6AA9-18E0-26D0-C5B3AEFF9DF3}"/>
              </a:ext>
            </a:extLst>
          </p:cNvPr>
          <p:cNvPicPr>
            <a:picLocks noChangeAspect="1"/>
          </p:cNvPicPr>
          <p:nvPr/>
        </p:nvPicPr>
        <p:blipFill>
          <a:blip r:embed="rId2"/>
          <a:stretch>
            <a:fillRect/>
          </a:stretch>
        </p:blipFill>
        <p:spPr>
          <a:xfrm>
            <a:off x="1451579" y="172995"/>
            <a:ext cx="9603275" cy="5708821"/>
          </a:xfrm>
          <a:prstGeom prst="rect">
            <a:avLst/>
          </a:prstGeom>
        </p:spPr>
      </p:pic>
    </p:spTree>
    <p:extLst>
      <p:ext uri="{BB962C8B-B14F-4D97-AF65-F5344CB8AC3E}">
        <p14:creationId xmlns:p14="http://schemas.microsoft.com/office/powerpoint/2010/main" val="696111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DBF47-FB1B-D248-4AB1-17D08356969C}"/>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5636CEC5-49C3-9E7C-42E4-95576AC379D6}"/>
              </a:ext>
            </a:extLst>
          </p:cNvPr>
          <p:cNvPicPr>
            <a:picLocks noGrp="1" noChangeAspect="1"/>
          </p:cNvPicPr>
          <p:nvPr>
            <p:ph idx="1"/>
          </p:nvPr>
        </p:nvPicPr>
        <p:blipFill>
          <a:blip r:embed="rId2"/>
          <a:stretch>
            <a:fillRect/>
          </a:stretch>
        </p:blipFill>
        <p:spPr>
          <a:xfrm>
            <a:off x="766120" y="678391"/>
            <a:ext cx="10799348" cy="4857435"/>
          </a:xfrm>
        </p:spPr>
      </p:pic>
    </p:spTree>
    <p:extLst>
      <p:ext uri="{BB962C8B-B14F-4D97-AF65-F5344CB8AC3E}">
        <p14:creationId xmlns:p14="http://schemas.microsoft.com/office/powerpoint/2010/main" val="10674638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D67B6-EB25-6467-E35C-76619F2ABF9B}"/>
              </a:ext>
            </a:extLst>
          </p:cNvPr>
          <p:cNvSpPr>
            <a:spLocks noGrp="1"/>
          </p:cNvSpPr>
          <p:nvPr>
            <p:ph type="title"/>
          </p:nvPr>
        </p:nvSpPr>
        <p:spPr/>
        <p:txBody>
          <a:bodyPr/>
          <a:lstStyle/>
          <a:p>
            <a:endParaRPr lang="en-US" dirty="0"/>
          </a:p>
        </p:txBody>
      </p:sp>
      <p:pic>
        <p:nvPicPr>
          <p:cNvPr id="7" name="Content Placeholder 6">
            <a:extLst>
              <a:ext uri="{FF2B5EF4-FFF2-40B4-BE49-F238E27FC236}">
                <a16:creationId xmlns:a16="http://schemas.microsoft.com/office/drawing/2014/main" id="{E023A8C0-D6CC-328E-3802-CAE284890D7D}"/>
              </a:ext>
            </a:extLst>
          </p:cNvPr>
          <p:cNvPicPr>
            <a:picLocks noGrp="1" noChangeAspect="1"/>
          </p:cNvPicPr>
          <p:nvPr>
            <p:ph idx="1"/>
          </p:nvPr>
        </p:nvPicPr>
        <p:blipFill>
          <a:blip r:embed="rId2"/>
          <a:stretch>
            <a:fillRect/>
          </a:stretch>
        </p:blipFill>
        <p:spPr>
          <a:xfrm>
            <a:off x="2509736" y="0"/>
            <a:ext cx="2509734" cy="3312809"/>
          </a:xfrm>
        </p:spPr>
      </p:pic>
      <p:pic>
        <p:nvPicPr>
          <p:cNvPr id="5" name="Picture 4">
            <a:extLst>
              <a:ext uri="{FF2B5EF4-FFF2-40B4-BE49-F238E27FC236}">
                <a16:creationId xmlns:a16="http://schemas.microsoft.com/office/drawing/2014/main" id="{F0A2D5BB-79DB-635D-AD25-588CD72219F1}"/>
              </a:ext>
            </a:extLst>
          </p:cNvPr>
          <p:cNvPicPr>
            <a:picLocks noChangeAspect="1"/>
          </p:cNvPicPr>
          <p:nvPr/>
        </p:nvPicPr>
        <p:blipFill>
          <a:blip r:embed="rId3"/>
          <a:stretch>
            <a:fillRect/>
          </a:stretch>
        </p:blipFill>
        <p:spPr>
          <a:xfrm>
            <a:off x="0" y="-1"/>
            <a:ext cx="2509734" cy="3274540"/>
          </a:xfrm>
          <a:prstGeom prst="rect">
            <a:avLst/>
          </a:prstGeom>
        </p:spPr>
      </p:pic>
      <p:pic>
        <p:nvPicPr>
          <p:cNvPr id="9" name="Picture 8">
            <a:extLst>
              <a:ext uri="{FF2B5EF4-FFF2-40B4-BE49-F238E27FC236}">
                <a16:creationId xmlns:a16="http://schemas.microsoft.com/office/drawing/2014/main" id="{3803227A-C2F9-3E1B-9375-400150756690}"/>
              </a:ext>
            </a:extLst>
          </p:cNvPr>
          <p:cNvPicPr>
            <a:picLocks noChangeAspect="1"/>
          </p:cNvPicPr>
          <p:nvPr/>
        </p:nvPicPr>
        <p:blipFill>
          <a:blip r:embed="rId4"/>
          <a:stretch>
            <a:fillRect/>
          </a:stretch>
        </p:blipFill>
        <p:spPr>
          <a:xfrm>
            <a:off x="5019470" y="0"/>
            <a:ext cx="2509734" cy="3312809"/>
          </a:xfrm>
          <a:prstGeom prst="rect">
            <a:avLst/>
          </a:prstGeom>
        </p:spPr>
      </p:pic>
      <p:pic>
        <p:nvPicPr>
          <p:cNvPr id="11" name="Picture 10">
            <a:extLst>
              <a:ext uri="{FF2B5EF4-FFF2-40B4-BE49-F238E27FC236}">
                <a16:creationId xmlns:a16="http://schemas.microsoft.com/office/drawing/2014/main" id="{BAE80E95-E320-11AE-C921-04A4B0E24213}"/>
              </a:ext>
            </a:extLst>
          </p:cNvPr>
          <p:cNvPicPr>
            <a:picLocks noChangeAspect="1"/>
          </p:cNvPicPr>
          <p:nvPr/>
        </p:nvPicPr>
        <p:blipFill>
          <a:blip r:embed="rId5"/>
          <a:stretch>
            <a:fillRect/>
          </a:stretch>
        </p:blipFill>
        <p:spPr>
          <a:xfrm>
            <a:off x="7529202" y="-107619"/>
            <a:ext cx="2334113" cy="3422822"/>
          </a:xfrm>
          <a:prstGeom prst="rect">
            <a:avLst/>
          </a:prstGeom>
        </p:spPr>
      </p:pic>
      <p:pic>
        <p:nvPicPr>
          <p:cNvPr id="13" name="Picture 12">
            <a:extLst>
              <a:ext uri="{FF2B5EF4-FFF2-40B4-BE49-F238E27FC236}">
                <a16:creationId xmlns:a16="http://schemas.microsoft.com/office/drawing/2014/main" id="{582E6E46-F62E-6FA9-3159-0C70F1D4A054}"/>
              </a:ext>
            </a:extLst>
          </p:cNvPr>
          <p:cNvPicPr>
            <a:picLocks noChangeAspect="1"/>
          </p:cNvPicPr>
          <p:nvPr/>
        </p:nvPicPr>
        <p:blipFill>
          <a:blip r:embed="rId6"/>
          <a:stretch>
            <a:fillRect/>
          </a:stretch>
        </p:blipFill>
        <p:spPr>
          <a:xfrm>
            <a:off x="9863317" y="0"/>
            <a:ext cx="2328683" cy="3312809"/>
          </a:xfrm>
          <a:prstGeom prst="rect">
            <a:avLst/>
          </a:prstGeom>
        </p:spPr>
      </p:pic>
      <p:pic>
        <p:nvPicPr>
          <p:cNvPr id="15" name="Picture 14">
            <a:extLst>
              <a:ext uri="{FF2B5EF4-FFF2-40B4-BE49-F238E27FC236}">
                <a16:creationId xmlns:a16="http://schemas.microsoft.com/office/drawing/2014/main" id="{5F0BCDE0-3965-1D0B-C8BC-7F889ED9EB69}"/>
              </a:ext>
            </a:extLst>
          </p:cNvPr>
          <p:cNvPicPr>
            <a:picLocks noChangeAspect="1"/>
          </p:cNvPicPr>
          <p:nvPr/>
        </p:nvPicPr>
        <p:blipFill>
          <a:blip r:embed="rId7"/>
          <a:stretch>
            <a:fillRect/>
          </a:stretch>
        </p:blipFill>
        <p:spPr>
          <a:xfrm>
            <a:off x="0" y="3467271"/>
            <a:ext cx="2509734" cy="2674037"/>
          </a:xfrm>
          <a:prstGeom prst="rect">
            <a:avLst/>
          </a:prstGeom>
        </p:spPr>
      </p:pic>
      <p:pic>
        <p:nvPicPr>
          <p:cNvPr id="17" name="Picture 16">
            <a:extLst>
              <a:ext uri="{FF2B5EF4-FFF2-40B4-BE49-F238E27FC236}">
                <a16:creationId xmlns:a16="http://schemas.microsoft.com/office/drawing/2014/main" id="{14DB4B03-F1F7-AA2B-2E9E-2FBA3226DA85}"/>
              </a:ext>
            </a:extLst>
          </p:cNvPr>
          <p:cNvPicPr>
            <a:picLocks noChangeAspect="1"/>
          </p:cNvPicPr>
          <p:nvPr/>
        </p:nvPicPr>
        <p:blipFill>
          <a:blip r:embed="rId8"/>
          <a:stretch>
            <a:fillRect/>
          </a:stretch>
        </p:blipFill>
        <p:spPr>
          <a:xfrm>
            <a:off x="2509734" y="3467270"/>
            <a:ext cx="2509734" cy="2674037"/>
          </a:xfrm>
          <a:prstGeom prst="rect">
            <a:avLst/>
          </a:prstGeom>
        </p:spPr>
      </p:pic>
      <p:pic>
        <p:nvPicPr>
          <p:cNvPr id="19" name="Picture 18">
            <a:extLst>
              <a:ext uri="{FF2B5EF4-FFF2-40B4-BE49-F238E27FC236}">
                <a16:creationId xmlns:a16="http://schemas.microsoft.com/office/drawing/2014/main" id="{3FBDF2BA-8471-BFDC-58F2-2EA1ADFA11DE}"/>
              </a:ext>
            </a:extLst>
          </p:cNvPr>
          <p:cNvPicPr>
            <a:picLocks noChangeAspect="1"/>
          </p:cNvPicPr>
          <p:nvPr/>
        </p:nvPicPr>
        <p:blipFill>
          <a:blip r:embed="rId9"/>
          <a:stretch>
            <a:fillRect/>
          </a:stretch>
        </p:blipFill>
        <p:spPr>
          <a:xfrm>
            <a:off x="5019469" y="3467267"/>
            <a:ext cx="2509734" cy="2674037"/>
          </a:xfrm>
          <a:prstGeom prst="rect">
            <a:avLst/>
          </a:prstGeom>
        </p:spPr>
      </p:pic>
      <p:pic>
        <p:nvPicPr>
          <p:cNvPr id="21" name="Picture 20">
            <a:extLst>
              <a:ext uri="{FF2B5EF4-FFF2-40B4-BE49-F238E27FC236}">
                <a16:creationId xmlns:a16="http://schemas.microsoft.com/office/drawing/2014/main" id="{A7F2256A-2294-86E1-39FE-64E661A4C39A}"/>
              </a:ext>
            </a:extLst>
          </p:cNvPr>
          <p:cNvPicPr>
            <a:picLocks noChangeAspect="1"/>
          </p:cNvPicPr>
          <p:nvPr/>
        </p:nvPicPr>
        <p:blipFill>
          <a:blip r:embed="rId10"/>
          <a:stretch>
            <a:fillRect/>
          </a:stretch>
        </p:blipFill>
        <p:spPr>
          <a:xfrm>
            <a:off x="7529202" y="3461088"/>
            <a:ext cx="2334113" cy="2674037"/>
          </a:xfrm>
          <a:prstGeom prst="rect">
            <a:avLst/>
          </a:prstGeom>
        </p:spPr>
      </p:pic>
      <p:pic>
        <p:nvPicPr>
          <p:cNvPr id="23" name="Picture 22">
            <a:extLst>
              <a:ext uri="{FF2B5EF4-FFF2-40B4-BE49-F238E27FC236}">
                <a16:creationId xmlns:a16="http://schemas.microsoft.com/office/drawing/2014/main" id="{63AEA159-0814-A53A-7A88-74EE481DF357}"/>
              </a:ext>
            </a:extLst>
          </p:cNvPr>
          <p:cNvPicPr>
            <a:picLocks noChangeAspect="1"/>
          </p:cNvPicPr>
          <p:nvPr/>
        </p:nvPicPr>
        <p:blipFill>
          <a:blip r:embed="rId11"/>
          <a:stretch>
            <a:fillRect/>
          </a:stretch>
        </p:blipFill>
        <p:spPr>
          <a:xfrm>
            <a:off x="9863315" y="3429132"/>
            <a:ext cx="2328683" cy="2705993"/>
          </a:xfrm>
          <a:prstGeom prst="rect">
            <a:avLst/>
          </a:prstGeom>
        </p:spPr>
      </p:pic>
      <p:sp>
        <p:nvSpPr>
          <p:cNvPr id="14" name="Arrow: Down 13">
            <a:extLst>
              <a:ext uri="{FF2B5EF4-FFF2-40B4-BE49-F238E27FC236}">
                <a16:creationId xmlns:a16="http://schemas.microsoft.com/office/drawing/2014/main" id="{CE519597-EC08-BAB8-0088-A2E21F11E4B2}"/>
              </a:ext>
            </a:extLst>
          </p:cNvPr>
          <p:cNvSpPr/>
          <p:nvPr/>
        </p:nvSpPr>
        <p:spPr>
          <a:xfrm rot="6104796">
            <a:off x="3055599" y="192073"/>
            <a:ext cx="201249" cy="71669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Arrow: Down 15">
            <a:extLst>
              <a:ext uri="{FF2B5EF4-FFF2-40B4-BE49-F238E27FC236}">
                <a16:creationId xmlns:a16="http://schemas.microsoft.com/office/drawing/2014/main" id="{2453D25D-26D6-9386-250E-48EE30CED308}"/>
              </a:ext>
            </a:extLst>
          </p:cNvPr>
          <p:cNvSpPr/>
          <p:nvPr/>
        </p:nvSpPr>
        <p:spPr>
          <a:xfrm rot="6104796">
            <a:off x="585134" y="358346"/>
            <a:ext cx="201249" cy="71669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Down 17">
            <a:extLst>
              <a:ext uri="{FF2B5EF4-FFF2-40B4-BE49-F238E27FC236}">
                <a16:creationId xmlns:a16="http://schemas.microsoft.com/office/drawing/2014/main" id="{32401F40-21E4-54C9-4CA0-803EEFD8AE2A}"/>
              </a:ext>
            </a:extLst>
          </p:cNvPr>
          <p:cNvSpPr/>
          <p:nvPr/>
        </p:nvSpPr>
        <p:spPr>
          <a:xfrm rot="6104796">
            <a:off x="5431057" y="1098566"/>
            <a:ext cx="201249" cy="71669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Arrow: Down 19">
            <a:extLst>
              <a:ext uri="{FF2B5EF4-FFF2-40B4-BE49-F238E27FC236}">
                <a16:creationId xmlns:a16="http://schemas.microsoft.com/office/drawing/2014/main" id="{3114BA43-D67C-7077-26B9-F95B18D2E3D2}"/>
              </a:ext>
            </a:extLst>
          </p:cNvPr>
          <p:cNvSpPr/>
          <p:nvPr/>
        </p:nvSpPr>
        <p:spPr>
          <a:xfrm rot="6104796">
            <a:off x="8115157" y="-161900"/>
            <a:ext cx="201249" cy="71669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Arrow: Down 21">
            <a:extLst>
              <a:ext uri="{FF2B5EF4-FFF2-40B4-BE49-F238E27FC236}">
                <a16:creationId xmlns:a16="http://schemas.microsoft.com/office/drawing/2014/main" id="{1527B502-3E73-9DDA-0311-C55290D08972}"/>
              </a:ext>
            </a:extLst>
          </p:cNvPr>
          <p:cNvSpPr/>
          <p:nvPr/>
        </p:nvSpPr>
        <p:spPr>
          <a:xfrm rot="6104796">
            <a:off x="10400794" y="-112901"/>
            <a:ext cx="201249" cy="71669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Arrow: Down 23">
            <a:extLst>
              <a:ext uri="{FF2B5EF4-FFF2-40B4-BE49-F238E27FC236}">
                <a16:creationId xmlns:a16="http://schemas.microsoft.com/office/drawing/2014/main" id="{6FA47067-E7C5-0969-E64A-6A18EEEA74BD}"/>
              </a:ext>
            </a:extLst>
          </p:cNvPr>
          <p:cNvSpPr/>
          <p:nvPr/>
        </p:nvSpPr>
        <p:spPr>
          <a:xfrm rot="6104796">
            <a:off x="499401" y="3289945"/>
            <a:ext cx="201249" cy="71669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Arrow: Down 24">
            <a:extLst>
              <a:ext uri="{FF2B5EF4-FFF2-40B4-BE49-F238E27FC236}">
                <a16:creationId xmlns:a16="http://schemas.microsoft.com/office/drawing/2014/main" id="{220CBE85-AA7E-C240-2C8A-A54A31E6E564}"/>
              </a:ext>
            </a:extLst>
          </p:cNvPr>
          <p:cNvSpPr/>
          <p:nvPr/>
        </p:nvSpPr>
        <p:spPr>
          <a:xfrm rot="6104796">
            <a:off x="3055598" y="3576781"/>
            <a:ext cx="201249" cy="71669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Arrow: Down 25">
            <a:extLst>
              <a:ext uri="{FF2B5EF4-FFF2-40B4-BE49-F238E27FC236}">
                <a16:creationId xmlns:a16="http://schemas.microsoft.com/office/drawing/2014/main" id="{CE2EDC5F-E57D-B378-52F9-4CB3815341E5}"/>
              </a:ext>
            </a:extLst>
          </p:cNvPr>
          <p:cNvSpPr/>
          <p:nvPr/>
        </p:nvSpPr>
        <p:spPr>
          <a:xfrm rot="6104796">
            <a:off x="5550182" y="3391066"/>
            <a:ext cx="201249" cy="71669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Arrow: Down 26">
            <a:extLst>
              <a:ext uri="{FF2B5EF4-FFF2-40B4-BE49-F238E27FC236}">
                <a16:creationId xmlns:a16="http://schemas.microsoft.com/office/drawing/2014/main" id="{41EF898F-9FB6-B463-4EC2-7FDB9313650E}"/>
              </a:ext>
            </a:extLst>
          </p:cNvPr>
          <p:cNvSpPr/>
          <p:nvPr/>
        </p:nvSpPr>
        <p:spPr>
          <a:xfrm rot="6104796">
            <a:off x="8059916" y="3372280"/>
            <a:ext cx="201249" cy="71669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Arrow: Down 27">
            <a:extLst>
              <a:ext uri="{FF2B5EF4-FFF2-40B4-BE49-F238E27FC236}">
                <a16:creationId xmlns:a16="http://schemas.microsoft.com/office/drawing/2014/main" id="{3585A89D-4B4C-5C0C-4504-2B5C5DCC2A61}"/>
              </a:ext>
            </a:extLst>
          </p:cNvPr>
          <p:cNvSpPr/>
          <p:nvPr/>
        </p:nvSpPr>
        <p:spPr>
          <a:xfrm rot="6104796">
            <a:off x="10550393" y="4268290"/>
            <a:ext cx="201249" cy="71669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146325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57676-78FF-3864-C2FF-07359293C0FB}"/>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795EAF5C-F0DB-83C6-9E1A-D7EF77BEFEED}"/>
              </a:ext>
            </a:extLst>
          </p:cNvPr>
          <p:cNvPicPr>
            <a:picLocks noGrp="1" noChangeAspect="1"/>
          </p:cNvPicPr>
          <p:nvPr>
            <p:ph idx="1"/>
          </p:nvPr>
        </p:nvPicPr>
        <p:blipFill>
          <a:blip r:embed="rId2"/>
          <a:stretch>
            <a:fillRect/>
          </a:stretch>
        </p:blipFill>
        <p:spPr>
          <a:xfrm>
            <a:off x="1" y="-1"/>
            <a:ext cx="2125361" cy="2965623"/>
          </a:xfrm>
        </p:spPr>
      </p:pic>
      <p:pic>
        <p:nvPicPr>
          <p:cNvPr id="9" name="Picture 8">
            <a:extLst>
              <a:ext uri="{FF2B5EF4-FFF2-40B4-BE49-F238E27FC236}">
                <a16:creationId xmlns:a16="http://schemas.microsoft.com/office/drawing/2014/main" id="{3C3B6AD8-74A8-3B7A-FF94-551DB06F7CCB}"/>
              </a:ext>
            </a:extLst>
          </p:cNvPr>
          <p:cNvPicPr>
            <a:picLocks noChangeAspect="1"/>
          </p:cNvPicPr>
          <p:nvPr/>
        </p:nvPicPr>
        <p:blipFill>
          <a:blip r:embed="rId3"/>
          <a:stretch>
            <a:fillRect/>
          </a:stretch>
        </p:blipFill>
        <p:spPr>
          <a:xfrm>
            <a:off x="2081772" y="-1"/>
            <a:ext cx="2125360" cy="2965622"/>
          </a:xfrm>
          <a:prstGeom prst="rect">
            <a:avLst/>
          </a:prstGeom>
        </p:spPr>
      </p:pic>
      <p:pic>
        <p:nvPicPr>
          <p:cNvPr id="11" name="Picture 10">
            <a:extLst>
              <a:ext uri="{FF2B5EF4-FFF2-40B4-BE49-F238E27FC236}">
                <a16:creationId xmlns:a16="http://schemas.microsoft.com/office/drawing/2014/main" id="{28FA2442-A35C-408B-EF02-EEF18A6F9EE5}"/>
              </a:ext>
            </a:extLst>
          </p:cNvPr>
          <p:cNvPicPr>
            <a:picLocks noChangeAspect="1"/>
          </p:cNvPicPr>
          <p:nvPr/>
        </p:nvPicPr>
        <p:blipFill>
          <a:blip r:embed="rId4"/>
          <a:stretch>
            <a:fillRect/>
          </a:stretch>
        </p:blipFill>
        <p:spPr>
          <a:xfrm>
            <a:off x="4207132" y="-20165"/>
            <a:ext cx="2675582" cy="2965621"/>
          </a:xfrm>
          <a:prstGeom prst="rect">
            <a:avLst/>
          </a:prstGeom>
        </p:spPr>
      </p:pic>
      <p:pic>
        <p:nvPicPr>
          <p:cNvPr id="13" name="Picture 12">
            <a:extLst>
              <a:ext uri="{FF2B5EF4-FFF2-40B4-BE49-F238E27FC236}">
                <a16:creationId xmlns:a16="http://schemas.microsoft.com/office/drawing/2014/main" id="{A05AE1A8-77E1-FD00-EF48-CE6303590957}"/>
              </a:ext>
            </a:extLst>
          </p:cNvPr>
          <p:cNvPicPr>
            <a:picLocks noChangeAspect="1"/>
          </p:cNvPicPr>
          <p:nvPr/>
        </p:nvPicPr>
        <p:blipFill>
          <a:blip r:embed="rId5"/>
          <a:stretch>
            <a:fillRect/>
          </a:stretch>
        </p:blipFill>
        <p:spPr>
          <a:xfrm>
            <a:off x="6910105" y="-1"/>
            <a:ext cx="2555171" cy="3013755"/>
          </a:xfrm>
          <a:prstGeom prst="rect">
            <a:avLst/>
          </a:prstGeom>
        </p:spPr>
      </p:pic>
      <p:pic>
        <p:nvPicPr>
          <p:cNvPr id="15" name="Picture 14">
            <a:extLst>
              <a:ext uri="{FF2B5EF4-FFF2-40B4-BE49-F238E27FC236}">
                <a16:creationId xmlns:a16="http://schemas.microsoft.com/office/drawing/2014/main" id="{2D962C63-5D1A-C571-75D7-457F491A6ACA}"/>
              </a:ext>
            </a:extLst>
          </p:cNvPr>
          <p:cNvPicPr>
            <a:picLocks noChangeAspect="1"/>
          </p:cNvPicPr>
          <p:nvPr/>
        </p:nvPicPr>
        <p:blipFill>
          <a:blip r:embed="rId6"/>
          <a:stretch>
            <a:fillRect/>
          </a:stretch>
        </p:blipFill>
        <p:spPr>
          <a:xfrm>
            <a:off x="9465277" y="240"/>
            <a:ext cx="2726724" cy="2993350"/>
          </a:xfrm>
          <a:prstGeom prst="rect">
            <a:avLst/>
          </a:prstGeom>
        </p:spPr>
      </p:pic>
      <p:pic>
        <p:nvPicPr>
          <p:cNvPr id="17" name="Picture 16">
            <a:extLst>
              <a:ext uri="{FF2B5EF4-FFF2-40B4-BE49-F238E27FC236}">
                <a16:creationId xmlns:a16="http://schemas.microsoft.com/office/drawing/2014/main" id="{0074F75F-CDFB-4E41-DE83-8C6DEF78387E}"/>
              </a:ext>
            </a:extLst>
          </p:cNvPr>
          <p:cNvPicPr>
            <a:picLocks noChangeAspect="1"/>
          </p:cNvPicPr>
          <p:nvPr/>
        </p:nvPicPr>
        <p:blipFill>
          <a:blip r:embed="rId7"/>
          <a:stretch>
            <a:fillRect/>
          </a:stretch>
        </p:blipFill>
        <p:spPr>
          <a:xfrm>
            <a:off x="1" y="3151847"/>
            <a:ext cx="2081772" cy="2965621"/>
          </a:xfrm>
          <a:prstGeom prst="rect">
            <a:avLst/>
          </a:prstGeom>
        </p:spPr>
      </p:pic>
      <p:pic>
        <p:nvPicPr>
          <p:cNvPr id="19" name="Picture 18">
            <a:extLst>
              <a:ext uri="{FF2B5EF4-FFF2-40B4-BE49-F238E27FC236}">
                <a16:creationId xmlns:a16="http://schemas.microsoft.com/office/drawing/2014/main" id="{A940655A-606A-C8B7-8D8F-BFFA998032FC}"/>
              </a:ext>
            </a:extLst>
          </p:cNvPr>
          <p:cNvPicPr>
            <a:picLocks noChangeAspect="1"/>
          </p:cNvPicPr>
          <p:nvPr/>
        </p:nvPicPr>
        <p:blipFill>
          <a:blip r:embed="rId8"/>
          <a:stretch>
            <a:fillRect/>
          </a:stretch>
        </p:blipFill>
        <p:spPr>
          <a:xfrm>
            <a:off x="2081772" y="3151845"/>
            <a:ext cx="2125360" cy="2965621"/>
          </a:xfrm>
          <a:prstGeom prst="rect">
            <a:avLst/>
          </a:prstGeom>
        </p:spPr>
      </p:pic>
      <p:pic>
        <p:nvPicPr>
          <p:cNvPr id="21" name="Picture 20">
            <a:extLst>
              <a:ext uri="{FF2B5EF4-FFF2-40B4-BE49-F238E27FC236}">
                <a16:creationId xmlns:a16="http://schemas.microsoft.com/office/drawing/2014/main" id="{F9C046CF-10BA-DE55-9DEE-DA798BBB030F}"/>
              </a:ext>
            </a:extLst>
          </p:cNvPr>
          <p:cNvPicPr>
            <a:picLocks noChangeAspect="1"/>
          </p:cNvPicPr>
          <p:nvPr/>
        </p:nvPicPr>
        <p:blipFill>
          <a:blip r:embed="rId9"/>
          <a:stretch>
            <a:fillRect/>
          </a:stretch>
        </p:blipFill>
        <p:spPr>
          <a:xfrm>
            <a:off x="4207132" y="3151846"/>
            <a:ext cx="2702973" cy="2965621"/>
          </a:xfrm>
          <a:prstGeom prst="rect">
            <a:avLst/>
          </a:prstGeom>
        </p:spPr>
      </p:pic>
      <p:pic>
        <p:nvPicPr>
          <p:cNvPr id="23" name="Picture 22">
            <a:extLst>
              <a:ext uri="{FF2B5EF4-FFF2-40B4-BE49-F238E27FC236}">
                <a16:creationId xmlns:a16="http://schemas.microsoft.com/office/drawing/2014/main" id="{8476F6AE-8CC5-8F4D-20C9-08FF0F60AAF3}"/>
              </a:ext>
            </a:extLst>
          </p:cNvPr>
          <p:cNvPicPr>
            <a:picLocks noChangeAspect="1"/>
          </p:cNvPicPr>
          <p:nvPr/>
        </p:nvPicPr>
        <p:blipFill>
          <a:blip r:embed="rId10"/>
          <a:stretch>
            <a:fillRect/>
          </a:stretch>
        </p:blipFill>
        <p:spPr>
          <a:xfrm>
            <a:off x="6910105" y="3179815"/>
            <a:ext cx="2555171" cy="2937652"/>
          </a:xfrm>
          <a:prstGeom prst="rect">
            <a:avLst/>
          </a:prstGeom>
        </p:spPr>
      </p:pic>
      <p:pic>
        <p:nvPicPr>
          <p:cNvPr id="27" name="Picture 26">
            <a:extLst>
              <a:ext uri="{FF2B5EF4-FFF2-40B4-BE49-F238E27FC236}">
                <a16:creationId xmlns:a16="http://schemas.microsoft.com/office/drawing/2014/main" id="{0CDB089B-ABF3-E197-5617-991550F785D9}"/>
              </a:ext>
            </a:extLst>
          </p:cNvPr>
          <p:cNvPicPr>
            <a:picLocks noChangeAspect="1"/>
          </p:cNvPicPr>
          <p:nvPr/>
        </p:nvPicPr>
        <p:blipFill>
          <a:blip r:embed="rId11"/>
          <a:stretch>
            <a:fillRect/>
          </a:stretch>
        </p:blipFill>
        <p:spPr>
          <a:xfrm>
            <a:off x="9490180" y="3179815"/>
            <a:ext cx="2678069" cy="2937652"/>
          </a:xfrm>
          <a:prstGeom prst="rect">
            <a:avLst/>
          </a:prstGeom>
        </p:spPr>
      </p:pic>
      <p:sp>
        <p:nvSpPr>
          <p:cNvPr id="3" name="Arrow: Down 2">
            <a:extLst>
              <a:ext uri="{FF2B5EF4-FFF2-40B4-BE49-F238E27FC236}">
                <a16:creationId xmlns:a16="http://schemas.microsoft.com/office/drawing/2014/main" id="{2D1988E2-6D8D-968E-B931-6F3FD03150B9}"/>
              </a:ext>
            </a:extLst>
          </p:cNvPr>
          <p:cNvSpPr/>
          <p:nvPr/>
        </p:nvSpPr>
        <p:spPr>
          <a:xfrm rot="6104796">
            <a:off x="432166" y="-85267"/>
            <a:ext cx="201249" cy="71669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Arrow: Down 3">
            <a:extLst>
              <a:ext uri="{FF2B5EF4-FFF2-40B4-BE49-F238E27FC236}">
                <a16:creationId xmlns:a16="http://schemas.microsoft.com/office/drawing/2014/main" id="{AC9A39B0-AB42-9611-7D69-3702EECDD543}"/>
              </a:ext>
            </a:extLst>
          </p:cNvPr>
          <p:cNvSpPr/>
          <p:nvPr/>
        </p:nvSpPr>
        <p:spPr>
          <a:xfrm rot="6104796">
            <a:off x="533762" y="3015804"/>
            <a:ext cx="201249" cy="71669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rrow: Down 5">
            <a:extLst>
              <a:ext uri="{FF2B5EF4-FFF2-40B4-BE49-F238E27FC236}">
                <a16:creationId xmlns:a16="http://schemas.microsoft.com/office/drawing/2014/main" id="{C97E32AC-2EBF-4FC4-6D24-695B025560DF}"/>
              </a:ext>
            </a:extLst>
          </p:cNvPr>
          <p:cNvSpPr/>
          <p:nvPr/>
        </p:nvSpPr>
        <p:spPr>
          <a:xfrm rot="6104796">
            <a:off x="2505798" y="3015804"/>
            <a:ext cx="201249" cy="71669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row: Down 6">
            <a:extLst>
              <a:ext uri="{FF2B5EF4-FFF2-40B4-BE49-F238E27FC236}">
                <a16:creationId xmlns:a16="http://schemas.microsoft.com/office/drawing/2014/main" id="{BB571D43-8AD4-461D-7DA0-50B648F1C3CC}"/>
              </a:ext>
            </a:extLst>
          </p:cNvPr>
          <p:cNvSpPr/>
          <p:nvPr/>
        </p:nvSpPr>
        <p:spPr>
          <a:xfrm rot="6104796">
            <a:off x="2602237" y="-127557"/>
            <a:ext cx="201249" cy="71669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rrow: Down 7">
            <a:extLst>
              <a:ext uri="{FF2B5EF4-FFF2-40B4-BE49-F238E27FC236}">
                <a16:creationId xmlns:a16="http://schemas.microsoft.com/office/drawing/2014/main" id="{BB9F04A2-EED9-5CBC-DF7C-504938CAFC87}"/>
              </a:ext>
            </a:extLst>
          </p:cNvPr>
          <p:cNvSpPr/>
          <p:nvPr/>
        </p:nvSpPr>
        <p:spPr>
          <a:xfrm rot="6104796">
            <a:off x="7402458" y="-60600"/>
            <a:ext cx="201249" cy="71669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rrow: Down 9">
            <a:extLst>
              <a:ext uri="{FF2B5EF4-FFF2-40B4-BE49-F238E27FC236}">
                <a16:creationId xmlns:a16="http://schemas.microsoft.com/office/drawing/2014/main" id="{2CB84239-75F2-8452-FCA3-202DB5759949}"/>
              </a:ext>
            </a:extLst>
          </p:cNvPr>
          <p:cNvSpPr/>
          <p:nvPr/>
        </p:nvSpPr>
        <p:spPr>
          <a:xfrm rot="6104796">
            <a:off x="4699485" y="-186876"/>
            <a:ext cx="201249" cy="71669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row: Down 11">
            <a:extLst>
              <a:ext uri="{FF2B5EF4-FFF2-40B4-BE49-F238E27FC236}">
                <a16:creationId xmlns:a16="http://schemas.microsoft.com/office/drawing/2014/main" id="{0B5F745E-AEFA-BD07-E6E2-E75A53BE7687}"/>
              </a:ext>
            </a:extLst>
          </p:cNvPr>
          <p:cNvSpPr/>
          <p:nvPr/>
        </p:nvSpPr>
        <p:spPr>
          <a:xfrm rot="6104796">
            <a:off x="7356866" y="3663545"/>
            <a:ext cx="201249" cy="71669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row: Down 13">
            <a:extLst>
              <a:ext uri="{FF2B5EF4-FFF2-40B4-BE49-F238E27FC236}">
                <a16:creationId xmlns:a16="http://schemas.microsoft.com/office/drawing/2014/main" id="{57F76FD5-5CD1-8700-949A-D0AB3DF2581A}"/>
              </a:ext>
            </a:extLst>
          </p:cNvPr>
          <p:cNvSpPr/>
          <p:nvPr/>
        </p:nvSpPr>
        <p:spPr>
          <a:xfrm rot="6104796">
            <a:off x="4684120" y="3558456"/>
            <a:ext cx="201249" cy="71669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Arrow: Down 15">
            <a:extLst>
              <a:ext uri="{FF2B5EF4-FFF2-40B4-BE49-F238E27FC236}">
                <a16:creationId xmlns:a16="http://schemas.microsoft.com/office/drawing/2014/main" id="{D796783D-080E-918D-D6D0-E395399E4B87}"/>
              </a:ext>
            </a:extLst>
          </p:cNvPr>
          <p:cNvSpPr/>
          <p:nvPr/>
        </p:nvSpPr>
        <p:spPr>
          <a:xfrm rot="6104796">
            <a:off x="10131167" y="-223027"/>
            <a:ext cx="201249" cy="71669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Down 17">
            <a:extLst>
              <a:ext uri="{FF2B5EF4-FFF2-40B4-BE49-F238E27FC236}">
                <a16:creationId xmlns:a16="http://schemas.microsoft.com/office/drawing/2014/main" id="{766EDADD-90DB-BA22-2AC6-65AD0238FA21}"/>
              </a:ext>
            </a:extLst>
          </p:cNvPr>
          <p:cNvSpPr/>
          <p:nvPr/>
        </p:nvSpPr>
        <p:spPr>
          <a:xfrm rot="6104796">
            <a:off x="9897663" y="4104840"/>
            <a:ext cx="201249" cy="71669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96329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1384D-8174-5BB7-F82B-BC3A8AD0D8A2}"/>
              </a:ext>
            </a:extLst>
          </p:cNvPr>
          <p:cNvSpPr>
            <a:spLocks noGrp="1"/>
          </p:cNvSpPr>
          <p:nvPr>
            <p:ph type="title"/>
          </p:nvPr>
        </p:nvSpPr>
        <p:spPr/>
        <p:txBody>
          <a:bodyPr/>
          <a:lstStyle/>
          <a:p>
            <a:endParaRPr lang="en-US" dirty="0"/>
          </a:p>
        </p:txBody>
      </p:sp>
      <p:pic>
        <p:nvPicPr>
          <p:cNvPr id="5" name="Content Placeholder 4">
            <a:extLst>
              <a:ext uri="{FF2B5EF4-FFF2-40B4-BE49-F238E27FC236}">
                <a16:creationId xmlns:a16="http://schemas.microsoft.com/office/drawing/2014/main" id="{817D4E5B-651C-38CA-66F9-90EB9CE7BF01}"/>
              </a:ext>
            </a:extLst>
          </p:cNvPr>
          <p:cNvPicPr>
            <a:picLocks noGrp="1" noChangeAspect="1"/>
          </p:cNvPicPr>
          <p:nvPr>
            <p:ph idx="1"/>
          </p:nvPr>
        </p:nvPicPr>
        <p:blipFill>
          <a:blip r:embed="rId2"/>
          <a:stretch>
            <a:fillRect/>
          </a:stretch>
        </p:blipFill>
        <p:spPr>
          <a:xfrm>
            <a:off x="0" y="0"/>
            <a:ext cx="2197100" cy="3238500"/>
          </a:xfrm>
        </p:spPr>
      </p:pic>
      <p:pic>
        <p:nvPicPr>
          <p:cNvPr id="7" name="Picture 6">
            <a:extLst>
              <a:ext uri="{FF2B5EF4-FFF2-40B4-BE49-F238E27FC236}">
                <a16:creationId xmlns:a16="http://schemas.microsoft.com/office/drawing/2014/main" id="{0EAC5CB8-B105-187B-6081-DB07FC99370F}"/>
              </a:ext>
            </a:extLst>
          </p:cNvPr>
          <p:cNvPicPr>
            <a:picLocks noChangeAspect="1"/>
          </p:cNvPicPr>
          <p:nvPr/>
        </p:nvPicPr>
        <p:blipFill>
          <a:blip r:embed="rId3"/>
          <a:stretch>
            <a:fillRect/>
          </a:stretch>
        </p:blipFill>
        <p:spPr>
          <a:xfrm>
            <a:off x="2197100" y="26544"/>
            <a:ext cx="2781300" cy="3211956"/>
          </a:xfrm>
          <a:prstGeom prst="rect">
            <a:avLst/>
          </a:prstGeom>
        </p:spPr>
      </p:pic>
      <p:pic>
        <p:nvPicPr>
          <p:cNvPr id="9" name="Picture 8">
            <a:extLst>
              <a:ext uri="{FF2B5EF4-FFF2-40B4-BE49-F238E27FC236}">
                <a16:creationId xmlns:a16="http://schemas.microsoft.com/office/drawing/2014/main" id="{2D8904D7-06B3-0B58-EB99-3A9114B1C7E8}"/>
              </a:ext>
            </a:extLst>
          </p:cNvPr>
          <p:cNvPicPr>
            <a:picLocks noChangeAspect="1"/>
          </p:cNvPicPr>
          <p:nvPr/>
        </p:nvPicPr>
        <p:blipFill>
          <a:blip r:embed="rId4"/>
          <a:stretch>
            <a:fillRect/>
          </a:stretch>
        </p:blipFill>
        <p:spPr>
          <a:xfrm>
            <a:off x="5092328" y="26544"/>
            <a:ext cx="2553444" cy="3211956"/>
          </a:xfrm>
          <a:prstGeom prst="rect">
            <a:avLst/>
          </a:prstGeom>
        </p:spPr>
      </p:pic>
      <p:pic>
        <p:nvPicPr>
          <p:cNvPr id="11" name="Picture 10">
            <a:extLst>
              <a:ext uri="{FF2B5EF4-FFF2-40B4-BE49-F238E27FC236}">
                <a16:creationId xmlns:a16="http://schemas.microsoft.com/office/drawing/2014/main" id="{F9EF4E41-9C0E-9FD9-BFFC-FC989CA42732}"/>
              </a:ext>
            </a:extLst>
          </p:cNvPr>
          <p:cNvPicPr>
            <a:picLocks noChangeAspect="1"/>
          </p:cNvPicPr>
          <p:nvPr/>
        </p:nvPicPr>
        <p:blipFill>
          <a:blip r:embed="rId5"/>
          <a:stretch>
            <a:fillRect/>
          </a:stretch>
        </p:blipFill>
        <p:spPr>
          <a:xfrm>
            <a:off x="7759700" y="26544"/>
            <a:ext cx="1562100" cy="3211956"/>
          </a:xfrm>
          <a:prstGeom prst="rect">
            <a:avLst/>
          </a:prstGeom>
        </p:spPr>
      </p:pic>
      <p:pic>
        <p:nvPicPr>
          <p:cNvPr id="15" name="Picture 14">
            <a:extLst>
              <a:ext uri="{FF2B5EF4-FFF2-40B4-BE49-F238E27FC236}">
                <a16:creationId xmlns:a16="http://schemas.microsoft.com/office/drawing/2014/main" id="{69E3E3C3-CD31-954A-53C4-084FFBF3DAD7}"/>
              </a:ext>
            </a:extLst>
          </p:cNvPr>
          <p:cNvPicPr>
            <a:picLocks noChangeAspect="1"/>
          </p:cNvPicPr>
          <p:nvPr/>
        </p:nvPicPr>
        <p:blipFill>
          <a:blip r:embed="rId6"/>
          <a:stretch>
            <a:fillRect/>
          </a:stretch>
        </p:blipFill>
        <p:spPr>
          <a:xfrm>
            <a:off x="9372228" y="3748"/>
            <a:ext cx="2029108" cy="3211955"/>
          </a:xfrm>
          <a:prstGeom prst="rect">
            <a:avLst/>
          </a:prstGeom>
        </p:spPr>
      </p:pic>
      <p:sp>
        <p:nvSpPr>
          <p:cNvPr id="3" name="Arrow: Down 2">
            <a:extLst>
              <a:ext uri="{FF2B5EF4-FFF2-40B4-BE49-F238E27FC236}">
                <a16:creationId xmlns:a16="http://schemas.microsoft.com/office/drawing/2014/main" id="{973E911C-B56D-1006-EBC4-EEEC21C09E7E}"/>
              </a:ext>
            </a:extLst>
          </p:cNvPr>
          <p:cNvSpPr/>
          <p:nvPr/>
        </p:nvSpPr>
        <p:spPr>
          <a:xfrm rot="6104796">
            <a:off x="9744425" y="2430344"/>
            <a:ext cx="201249" cy="71669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Arrow: Down 3">
            <a:extLst>
              <a:ext uri="{FF2B5EF4-FFF2-40B4-BE49-F238E27FC236}">
                <a16:creationId xmlns:a16="http://schemas.microsoft.com/office/drawing/2014/main" id="{883A6540-7839-0535-C3A2-B0FB7DFE291A}"/>
              </a:ext>
            </a:extLst>
          </p:cNvPr>
          <p:cNvSpPr/>
          <p:nvPr/>
        </p:nvSpPr>
        <p:spPr>
          <a:xfrm rot="6104796">
            <a:off x="5462162" y="799320"/>
            <a:ext cx="201249" cy="71669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rrow: Down 5">
            <a:extLst>
              <a:ext uri="{FF2B5EF4-FFF2-40B4-BE49-F238E27FC236}">
                <a16:creationId xmlns:a16="http://schemas.microsoft.com/office/drawing/2014/main" id="{D4D457F5-2DFE-092B-4F24-761E31A28105}"/>
              </a:ext>
            </a:extLst>
          </p:cNvPr>
          <p:cNvSpPr/>
          <p:nvPr/>
        </p:nvSpPr>
        <p:spPr>
          <a:xfrm rot="6104796">
            <a:off x="2762412" y="111238"/>
            <a:ext cx="201249" cy="71669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rrow: Down 7">
            <a:extLst>
              <a:ext uri="{FF2B5EF4-FFF2-40B4-BE49-F238E27FC236}">
                <a16:creationId xmlns:a16="http://schemas.microsoft.com/office/drawing/2014/main" id="{42049173-BF54-6E2D-9436-BB6E32978B2E}"/>
              </a:ext>
            </a:extLst>
          </p:cNvPr>
          <p:cNvSpPr/>
          <p:nvPr/>
        </p:nvSpPr>
        <p:spPr>
          <a:xfrm rot="6104796">
            <a:off x="626599" y="111239"/>
            <a:ext cx="201249" cy="71669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rrow: Down 9">
            <a:extLst>
              <a:ext uri="{FF2B5EF4-FFF2-40B4-BE49-F238E27FC236}">
                <a16:creationId xmlns:a16="http://schemas.microsoft.com/office/drawing/2014/main" id="{4EA598B5-DF25-FED3-2134-62CB66FC4F13}"/>
              </a:ext>
            </a:extLst>
          </p:cNvPr>
          <p:cNvSpPr/>
          <p:nvPr/>
        </p:nvSpPr>
        <p:spPr>
          <a:xfrm rot="6104796">
            <a:off x="8182324" y="2296179"/>
            <a:ext cx="201249" cy="71669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054431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007A7-8DEB-9019-69E4-1F976AC2BDF5}"/>
              </a:ext>
            </a:extLst>
          </p:cNvPr>
          <p:cNvSpPr>
            <a:spLocks noGrp="1"/>
          </p:cNvSpPr>
          <p:nvPr>
            <p:ph type="ctrTitle"/>
          </p:nvPr>
        </p:nvSpPr>
        <p:spPr/>
        <p:txBody>
          <a:bodyPr/>
          <a:lstStyle/>
          <a:p>
            <a:r>
              <a:rPr lang="en-US" dirty="0"/>
              <a:t>THANK YOU !	</a:t>
            </a:r>
          </a:p>
        </p:txBody>
      </p:sp>
    </p:spTree>
    <p:extLst>
      <p:ext uri="{BB962C8B-B14F-4D97-AF65-F5344CB8AC3E}">
        <p14:creationId xmlns:p14="http://schemas.microsoft.com/office/powerpoint/2010/main" val="435223790"/>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1053</TotalTime>
  <Words>269</Words>
  <Application>Microsoft Office PowerPoint</Application>
  <PresentationFormat>Widescreen</PresentationFormat>
  <Paragraphs>16</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Arial</vt:lpstr>
      <vt:lpstr>Gill Sans MT</vt:lpstr>
      <vt:lpstr>Gallery</vt:lpstr>
      <vt:lpstr>ADOBE PHOTOSHOP CC 2018 </vt:lpstr>
      <vt:lpstr>PowerPoint Presentation</vt:lpstr>
      <vt:lpstr>PowerPoint Presentation</vt:lpstr>
      <vt:lpstr>Who uses Photoshop the  most ?</vt:lpstr>
      <vt:lpstr>Photoshop use for ? </vt:lpstr>
      <vt:lpstr>Photoshop only accept file format below</vt:lpstr>
      <vt:lpstr>Opening photoshop</vt:lpstr>
      <vt:lpstr>PowerPoint Presentation</vt:lpstr>
      <vt:lpstr>PowerPoint Presentation</vt:lpstr>
      <vt:lpstr>PHOTOSHOP LANDING PAGE</vt:lpstr>
      <vt:lpstr>PowerPoint Presentation</vt:lpstr>
      <vt:lpstr>PowerPoint Presentation</vt:lpstr>
      <vt:lpstr>PowerPoint Presentation</vt:lpstr>
      <vt:lpstr>TOOLS AND WORKSPACE</vt:lpstr>
      <vt:lpstr>PowerPoint Presentation</vt:lpstr>
      <vt:lpstr>PowerPoint Presentation</vt:lpstr>
      <vt:lpstr>PowerPoint Presentation</vt:lpstr>
      <vt:lpstr>PowerPoint Presentation</vt:lpstr>
      <vt:lpstr>PowerPoint Presentation</vt:lpstr>
      <vt:lpstr>PowerPoint Presentation</vt:lpstr>
      <vt:lpstr>THANK YOU !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ADOBE PHOTOSHOP CC 2018 </dc:title>
  <dc:creator>hi</dc:creator>
  <cp:lastModifiedBy>hi</cp:lastModifiedBy>
  <cp:revision>110</cp:revision>
  <dcterms:created xsi:type="dcterms:W3CDTF">2023-02-15T05:04:51Z</dcterms:created>
  <dcterms:modified xsi:type="dcterms:W3CDTF">2023-04-11T06:07:49Z</dcterms:modified>
</cp:coreProperties>
</file>